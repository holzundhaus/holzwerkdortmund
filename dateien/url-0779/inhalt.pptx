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werkdortmund/blog/oct26-r25-git-0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https://holzundhaus.github.io/holzwerkdortmund/blog/oct26-r25-git-01/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